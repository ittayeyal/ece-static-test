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eebo" pitchFamily="2" charset="-79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4858" b="-2847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TextBox 6"/>
          <p:cNvSpPr txBox="1"/>
          <p:nvPr/>
        </p:nvSpPr>
        <p:spPr>
          <a:xfrm>
            <a:off x="8272423" y="2245606"/>
            <a:ext cx="9448651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5998"/>
              </a:lnSpc>
            </a:pPr>
            <a:r>
              <a:rPr lang="he-IL" sz="11427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כותרת ההרצאה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028700" y="4011930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538" r="-49734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77000" y="2229482"/>
            <a:ext cx="11244363" cy="197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מי אני - הכרות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935" y="4511040"/>
            <a:ext cx="2302966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גיל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עיר מקור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מסלול לימודים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אני בתיכון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3792200" y="2063814"/>
            <a:ext cx="3929163" cy="197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המשך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5600" y="4511040"/>
            <a:ext cx="7030301" cy="212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מה למדתי בתיכון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מה ידעתי על הנדסת חשמל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מי או מה עודד אותי ללמוד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מי או מה היווה התנגדות - חסמים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2725400" y="2063814"/>
            <a:ext cx="4995963" cy="197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המשך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37620" y="4511040"/>
            <a:ext cx="910828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תכונות אופי חשובות לתהליך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בחירות חשובות בתהליך - מה ללמוד, עם מי להתייעץ וכדומה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למה בסוף בחרתי את מה שבחרת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337018" y="2063814"/>
            <a:ext cx="17208883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הגעתי לפקולטה - מה עכשיו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1732" y="4501515"/>
            <a:ext cx="15954169" cy="556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159"/>
              </a:lnSpc>
            </a:pPr>
            <a:r>
              <a:rPr lang="he-IL" sz="4399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קצת על הפקולטה: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הפקולטה הכי גדולה בטכניון</a:t>
            </a:r>
          </a:p>
          <a:p>
            <a:pPr algn="r" rtl="1">
              <a:lnSpc>
                <a:spcPts val="4200"/>
              </a:lnSpc>
            </a:pPr>
            <a:r>
              <a:rPr lang="en-US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בניינים</a:t>
            </a:r>
          </a:p>
          <a:p>
            <a:pPr algn="r" rtl="1">
              <a:lnSpc>
                <a:spcPts val="4200"/>
              </a:lnSpc>
            </a:pPr>
            <a:r>
              <a:rPr lang="en-US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58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חברי סגל</a:t>
            </a:r>
          </a:p>
          <a:p>
            <a:pPr algn="r" rtl="1">
              <a:lnSpc>
                <a:spcPts val="4200"/>
              </a:lnSpc>
            </a:pPr>
            <a:r>
              <a:rPr lang="en-US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500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סטודנטים לתואר ראשון בכל שנה (כ- </a:t>
            </a:r>
            <a:r>
              <a:rPr lang="en-US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2,000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סטודנטים לתואר ראשון)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עשרות תחומי מחקר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עשרות מעבדות הוראה ומחקר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למעלה מ </a:t>
            </a:r>
            <a:r>
              <a:rPr lang="en-US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15,000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בוגרים - מובילי משק ההייטק, סטרטאפים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הבוגרים שלנו מחוזרים ע”י התעשייה</a:t>
            </a:r>
          </a:p>
          <a:p>
            <a:pPr algn="r" rtl="1">
              <a:lnSpc>
                <a:spcPts val="4200"/>
              </a:lnSpc>
            </a:pP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תרומה </a:t>
            </a:r>
            <a:r>
              <a:rPr lang="he-IL" sz="3000" dirty="0" err="1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לבטחון</a:t>
            </a:r>
            <a:r>
              <a:rPr lang="he-IL" sz="3000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המדינה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337018" y="2063814"/>
            <a:ext cx="17208883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מגוון תחומי המחקר וההוראה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4511040"/>
            <a:ext cx="1754590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לפרט על המגוון ולהסביר גם איך כל שילוב יוצר משהו חדש, שחלק מהתחומים מאוד תיאורטים וחלק מאוד אפליקטייבים/מעשיים: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3169" y="5968365"/>
            <a:ext cx="6722732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אלקטרומגנטיות ופוטוניקה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טכנולוגיות קוונטיות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למידת מכונה ומערכות נבונות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מחשבות ורשתות מחשבים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מיקרואלקטרוניקה וננו אלקטרוניקה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מעגלים אלקטרונים, מערכות </a:t>
            </a:r>
            <a:r>
              <a:rPr lang="en-US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VLSI</a:t>
            </a:r>
          </a:p>
          <a:p>
            <a:pPr algn="r" rtl="1">
              <a:lnSpc>
                <a:spcPts val="4200"/>
              </a:lnSpc>
            </a:pPr>
            <a:endParaRPr lang="en-US" sz="3000">
              <a:solidFill>
                <a:srgbClr val="12487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97828" y="5814411"/>
            <a:ext cx="6722732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מערכות הספק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מערכות ובקרה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עבוד אותות ותמונות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ראייה ממוחשבת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אותות ביולוגיים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תקשורת ואינפורמציה</a:t>
            </a:r>
          </a:p>
          <a:p>
            <a:pPr algn="r" rtl="1">
              <a:lnSpc>
                <a:spcPts val="4200"/>
              </a:lnSpc>
            </a:pPr>
            <a:endParaRPr lang="he-IL" sz="3000">
              <a:solidFill>
                <a:srgbClr val="124872"/>
              </a:solidFill>
              <a:latin typeface="Heebo"/>
              <a:ea typeface="Heebo"/>
              <a:cs typeface="Heebo"/>
              <a:sym typeface="Heebo"/>
              <a:rt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337018" y="2063814"/>
            <a:ext cx="17208883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הגעתי לפקולטה - ו..?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88585" y="4511040"/>
            <a:ext cx="4957316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מה אני לומד/ת היום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מה אני אוהב/ת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מה גיליתי על התחום שלא ידעתי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כמה קשה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מי או מה עוזר כשקשה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להיות אישה בתחום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חיי חברה - לא רק קשה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איך נראה היום שלי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תעשייה ותעסוקה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337018" y="2063814"/>
            <a:ext cx="17208883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en-US" sz="11427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VLSI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39089" y="4511040"/>
            <a:ext cx="1350115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כמה מילים על הקורס - מה אתם לומדים בו, מה מעניין - האם זה מתחבר איכשהו לנושאים שלמדת בתיכון? ואם כן, איך? מה מסקרן, לאן זה יכול להוביל?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337018" y="2063814"/>
            <a:ext cx="17208883" cy="19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החיים בטכניון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0153" y="4511040"/>
            <a:ext cx="717574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חיי חברה - בפקולטה ובטכניון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משאבים טכניונים - בריכה, ספורט, מסעדות וכו’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2725400" y="2063814"/>
            <a:ext cx="4920135" cy="197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סיכום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01388" y="3945255"/>
            <a:ext cx="14208259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לחזור על המוטיבים המרכזיים: 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המגוון של נושאי ההוראה בפקולטה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היכולת לשלב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להכיר דברים שלא מכירים עכשיו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לייצר ארגז כלים שילווה אותם בקריירה ארוכה ודינמית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endParaRPr lang="he-IL" sz="3000">
              <a:solidFill>
                <a:srgbClr val="124872"/>
              </a:solidFill>
              <a:latin typeface="Heebo"/>
              <a:ea typeface="Heebo"/>
              <a:cs typeface="Heebo"/>
              <a:sym typeface="Heebo"/>
              <a:rtl/>
            </a:endParaRP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אילו תכונות אופי חשובות לתהליך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אילו בחירות חשובות בתהליך (כאן ועכשיו) - מה ללמוד, עם מי להתייעץ וכדומה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פרטי קשר</a:t>
            </a:r>
          </a:p>
          <a:p>
            <a:pPr marL="647700" lvl="1" indent="-323850" algn="r" rtl="1">
              <a:lnSpc>
                <a:spcPts val="4200"/>
              </a:lnSpc>
              <a:buFont typeface="Arial"/>
              <a:buChar char="•"/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הפניה לאתר הפקולטי</a:t>
            </a:r>
          </a:p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זמן לשאלות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0968" y="174150"/>
            <a:ext cx="1709099" cy="1628480"/>
          </a:xfrm>
          <a:custGeom>
            <a:avLst/>
            <a:gdLst/>
            <a:ahLst/>
            <a:cxnLst/>
            <a:rect l="l" t="t" r="r" b="b"/>
            <a:pathLst>
              <a:path w="1709099" h="1628480">
                <a:moveTo>
                  <a:pt x="0" y="0"/>
                </a:moveTo>
                <a:lnTo>
                  <a:pt x="1709099" y="0"/>
                </a:lnTo>
                <a:lnTo>
                  <a:pt x="1709099" y="1628480"/>
                </a:lnTo>
                <a:lnTo>
                  <a:pt x="0" y="162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716668" y="574468"/>
            <a:ext cx="3236918" cy="827845"/>
          </a:xfrm>
          <a:custGeom>
            <a:avLst/>
            <a:gdLst/>
            <a:ahLst/>
            <a:cxnLst/>
            <a:rect l="l" t="t" r="r" b="b"/>
            <a:pathLst>
              <a:path w="3236918" h="827845">
                <a:moveTo>
                  <a:pt x="0" y="0"/>
                </a:moveTo>
                <a:lnTo>
                  <a:pt x="3236918" y="0"/>
                </a:lnTo>
                <a:lnTo>
                  <a:pt x="3236918" y="827845"/>
                </a:lnTo>
                <a:lnTo>
                  <a:pt x="0" y="827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459324" y="574468"/>
            <a:ext cx="2262039" cy="777741"/>
          </a:xfrm>
          <a:custGeom>
            <a:avLst/>
            <a:gdLst/>
            <a:ahLst/>
            <a:cxnLst/>
            <a:rect l="l" t="t" r="r" b="b"/>
            <a:pathLst>
              <a:path w="2262039" h="777741">
                <a:moveTo>
                  <a:pt x="0" y="0"/>
                </a:moveTo>
                <a:lnTo>
                  <a:pt x="2262039" y="0"/>
                </a:lnTo>
                <a:lnTo>
                  <a:pt x="2262039" y="777741"/>
                </a:lnTo>
                <a:lnTo>
                  <a:pt x="0" y="77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0287000" y="1911181"/>
            <a:ext cx="7258901" cy="197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5998"/>
              </a:lnSpc>
            </a:pPr>
            <a:r>
              <a:rPr lang="he-IL" sz="11427" dirty="0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המלצות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4618" y="668063"/>
            <a:ext cx="34163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he-IL" sz="3000">
                <a:solidFill>
                  <a:srgbClr val="2073AB"/>
                </a:solidFill>
                <a:latin typeface="Heebo"/>
                <a:ea typeface="Heebo"/>
                <a:cs typeface="Heebo"/>
                <a:sym typeface="Heebo"/>
                <a:rtl/>
              </a:rPr>
              <a:t>תכנית מצפן - שגרירים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7934" y="4520565"/>
            <a:ext cx="15217967" cy="34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729" lvl="1" indent="-346864" algn="r" rtl="1">
              <a:lnSpc>
                <a:spcPts val="4498"/>
              </a:lnSpc>
              <a:buFont typeface="Arial"/>
              <a:buChar char="•"/>
            </a:pPr>
            <a:r>
              <a:rPr lang="he-IL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לא להשתמש בתמונות </a:t>
            </a:r>
            <a:r>
              <a:rPr lang="en-US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</a:rPr>
              <a:t>AI</a:t>
            </a:r>
            <a:r>
              <a:rPr lang="he-IL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 - עדיף תמונות אישיות שלך, שירגיש אישי ולא מהונדס</a:t>
            </a:r>
          </a:p>
          <a:p>
            <a:pPr marL="693729" lvl="1" indent="-346864" algn="r" rtl="1">
              <a:lnSpc>
                <a:spcPts val="4498"/>
              </a:lnSpc>
              <a:buFont typeface="Arial"/>
              <a:buChar char="•"/>
            </a:pPr>
            <a:r>
              <a:rPr lang="he-IL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לכתוב ראשי פרקים שיזכירו לכם אבל לא יכבלו אתכם, לא להאריך בטקסט על כל שקף</a:t>
            </a:r>
          </a:p>
          <a:p>
            <a:pPr marL="693729" lvl="1" indent="-346864" algn="r" rtl="1">
              <a:lnSpc>
                <a:spcPts val="4498"/>
              </a:lnSpc>
              <a:buFont typeface="Arial"/>
              <a:buChar char="•"/>
            </a:pPr>
            <a:r>
              <a:rPr lang="he-IL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לדבר מהלב - לשלב כמה שיותר חוויות אישיות </a:t>
            </a:r>
          </a:p>
          <a:p>
            <a:pPr marL="693729" lvl="1" indent="-346864" algn="r" rtl="1">
              <a:lnSpc>
                <a:spcPts val="4498"/>
              </a:lnSpc>
              <a:buFont typeface="Arial"/>
              <a:buChar char="•"/>
            </a:pPr>
            <a:r>
              <a:rPr lang="he-IL" sz="3213">
                <a:solidFill>
                  <a:srgbClr val="124872"/>
                </a:solidFill>
                <a:latin typeface="Heebo"/>
                <a:ea typeface="Heebo"/>
                <a:cs typeface="Heebo"/>
                <a:sym typeface="Heebo"/>
                <a:rtl/>
              </a:rPr>
              <a:t>לא להיות יותר מדי טכניים אבל גם לא לפחד מלדבר על משהו שמעניין אתכם במילים שהם לא מכירים.</a:t>
            </a:r>
          </a:p>
          <a:p>
            <a:pPr algn="r" rtl="1">
              <a:lnSpc>
                <a:spcPts val="4498"/>
              </a:lnSpc>
            </a:pPr>
            <a:endParaRPr lang="he-IL" sz="3213">
              <a:solidFill>
                <a:srgbClr val="124872"/>
              </a:solidFill>
              <a:latin typeface="Heebo"/>
              <a:ea typeface="Heebo"/>
              <a:cs typeface="Heebo"/>
              <a:sym typeface="Heebo"/>
              <a:rtl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425</Words>
  <Application>Microsoft Office PowerPoint</Application>
  <PresentationFormat>מותאם אישית</PresentationFormat>
  <Paragraphs>83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Heebo</vt:lpstr>
      <vt:lpstr>Calibri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טמפלט לסטודנט -   מצפן - שגרירים</dc:title>
  <cp:lastModifiedBy>Iris Berg</cp:lastModifiedBy>
  <cp:revision>2</cp:revision>
  <dcterms:created xsi:type="dcterms:W3CDTF">2006-08-16T00:00:00Z</dcterms:created>
  <dcterms:modified xsi:type="dcterms:W3CDTF">2025-12-01T14:25:06Z</dcterms:modified>
  <dc:identifier>DAG6Rcpghyg</dc:identifier>
</cp:coreProperties>
</file>